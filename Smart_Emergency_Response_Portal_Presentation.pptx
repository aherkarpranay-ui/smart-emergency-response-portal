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Emergency Response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Diploma in Computer Engineering – 3rd Year</a:t>
            </a:r>
          </a:p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 web portal for reporting and tracking emergency situations.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Emergency information can be difficult to organize and track.</a:t>
            </a:r>
          </a:p>
          <a:p>
            <a:r>
              <a:t>Manual reporting can delay record management.</a:t>
            </a:r>
          </a:p>
          <a:p>
            <a:r>
              <a:t>A centralized portal can improve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Report emergencies online</a:t>
            </a:r>
          </a:p>
          <a:p>
            <a:r>
              <a:t>• Store emergency information</a:t>
            </a:r>
          </a:p>
          <a:p>
            <a:r>
              <a:t>• Categorize emergencies</a:t>
            </a:r>
          </a:p>
          <a:p>
            <a:r>
              <a:t>• Manage response departments</a:t>
            </a:r>
          </a:p>
          <a:p>
            <a:r>
              <a:t>• Track report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Citizen Registration/Login</a:t>
            </a:r>
          </a:p>
          <a:p>
            <a:r>
              <a:t>• Emergency Reporting</a:t>
            </a:r>
          </a:p>
          <a:p>
            <a:r>
              <a:t>• Department Management</a:t>
            </a:r>
          </a:p>
          <a:p>
            <a:r>
              <a:t>• Admin Dashboard</a:t>
            </a:r>
          </a:p>
          <a:p>
            <a:r>
              <a:t>• Status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Emergency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Medical Emergency</a:t>
            </a:r>
          </a:p>
          <a:p>
            <a:r>
              <a:t>Fire</a:t>
            </a:r>
          </a:p>
          <a:p>
            <a:r>
              <a:t>Police / Crime</a:t>
            </a:r>
          </a:p>
          <a:p>
            <a:r>
              <a:t>Road Accident</a:t>
            </a:r>
          </a:p>
          <a:p>
            <a:r>
              <a:t>Flood</a:t>
            </a:r>
          </a:p>
          <a:p>
            <a:r>
              <a:t>Natural Disaster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 + CSS</a:t>
            </a:r>
          </a:p>
          <a:p>
            <a:r>
              <a:t>PHP</a:t>
            </a:r>
          </a:p>
          <a:p>
            <a:r>
              <a:t>MySQL</a:t>
            </a:r>
          </a:p>
          <a:p>
            <a:r>
              <a:t>XAMPP</a:t>
            </a:r>
          </a:p>
          <a:p>
            <a:r>
              <a:t>VS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Citizen → Login → Report Emergency → Select Type/Department → Location → Submit → Admin → Status Update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</a:t>
            </a:r>
          </a:p>
          <a:p>
            <a:r>
              <a:t>departments</a:t>
            </a:r>
          </a:p>
          <a:p>
            <a:r>
              <a:t>emergency_reports</a:t>
            </a:r>
          </a:p>
          <a:p>
            <a:r>
              <a:t>admins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and easy to use</a:t>
            </a:r>
          </a:p>
          <a:p>
            <a:r>
              <a:t>Centralized records</a:t>
            </a:r>
          </a:p>
          <a:p>
            <a:r>
              <a:t>Easy status tracking</a:t>
            </a:r>
          </a:p>
          <a:p>
            <a:r>
              <a:t>Reduced manual work</a:t>
            </a:r>
          </a:p>
          <a:p>
            <a:r>
              <a:t>Diploma-friendly implementation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Limitations: No real dispatch, GPS or SMS integration.</a:t>
            </a:r>
          </a:p>
          <a:p>
            <a:r>
              <a:t>Future: GPS, maps, SMS/email alerts, mobile app, live responder tracking.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demonstrates a practical PHP + MySQL solution for emergency report management.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